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A2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1488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EscaSeven no automático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86968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pedido pago à entrega — sem retrabalho.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869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operação  ·  Caio → Betão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é hoje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venda passa por várias mãos — manual e lento.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03120"/>
            <a:ext cx="502920" cy="50292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Foto da venda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Betão manda o print do pedido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0672" y="2103120"/>
            <a:ext cx="502920" cy="50292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11" name="Text 9"/>
          <p:cNvSpPr/>
          <p:nvPr/>
        </p:nvSpPr>
        <p:spPr>
          <a:xfrm>
            <a:off x="3090672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08960" y="2788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Redigitar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32918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copia tudo na mão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120640" y="182880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76672" y="2103120"/>
            <a:ext cx="502920" cy="50292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16" name="Text 14"/>
          <p:cNvSpPr/>
          <p:nvPr/>
        </p:nvSpPr>
        <p:spPr>
          <a:xfrm>
            <a:off x="5376672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4960" y="2788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Cotar frete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32918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manual na Rodonaves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182880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62672" y="2103120"/>
            <a:ext cx="502920" cy="50292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21" name="Text 19"/>
          <p:cNvSpPr/>
          <p:nvPr/>
        </p:nvSpPr>
        <p:spPr>
          <a:xfrm>
            <a:off x="7662672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0" y="2788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Agendar coleta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0" y="32918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digitação no portal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692640" y="182880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48672" y="2103120"/>
            <a:ext cx="502920" cy="50292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26" name="Text 24"/>
          <p:cNvSpPr/>
          <p:nvPr/>
        </p:nvSpPr>
        <p:spPr>
          <a:xfrm>
            <a:off x="9948672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66960" y="2788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rastreio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66960" y="32918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fica no escuro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11064240" cy="777240"/>
          </a:xfrm>
          <a:prstGeom prst="rect">
            <a:avLst/>
          </a:prstGeom>
          <a:solidFill>
            <a:srgbClr val="F7E4E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9377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lento, sujeito a erro de digitação e dependente de uma pessoa.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EscaSeven · operação automatizada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698480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1384280" y="502920"/>
            <a:ext cx="365760" cy="365760"/>
          </a:xfrm>
          <a:prstGeom prst="rect">
            <a:avLst/>
          </a:prstGeom>
          <a:solidFill>
            <a:srgbClr val="FF6A2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ideia: um fluxo que roda sozinho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caminho de hoje — só que automático, de ponta a ponta.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94560"/>
            <a:ext cx="502920" cy="50292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Pedido pago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371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automático (Yampi/ML)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834640" y="19202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0672" y="2194560"/>
            <a:ext cx="502920" cy="50292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11" name="Text 9"/>
          <p:cNvSpPr/>
          <p:nvPr/>
        </p:nvSpPr>
        <p:spPr>
          <a:xfrm>
            <a:off x="309067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0896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Cotação automática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3383280"/>
            <a:ext cx="1371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Rodonaves na hora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120640" y="19202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76672" y="2194560"/>
            <a:ext cx="502920" cy="50292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16" name="Text 14"/>
          <p:cNvSpPr/>
          <p:nvPr/>
        </p:nvSpPr>
        <p:spPr>
          <a:xfrm>
            <a:off x="537667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496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Planilha + registro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3383280"/>
            <a:ext cx="1371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organizado sozinho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19202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62672" y="2194560"/>
            <a:ext cx="502920" cy="50292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21" name="Text 19"/>
          <p:cNvSpPr/>
          <p:nvPr/>
        </p:nvSpPr>
        <p:spPr>
          <a:xfrm>
            <a:off x="766267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Coleta em 1 toque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0" y="3383280"/>
            <a:ext cx="1371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no WhatsApp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692640" y="19202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48672" y="2194560"/>
            <a:ext cx="502920" cy="50292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26" name="Text 24"/>
          <p:cNvSpPr/>
          <p:nvPr/>
        </p:nvSpPr>
        <p:spPr>
          <a:xfrm>
            <a:off x="994867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6696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 rastreia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66960" y="3383280"/>
            <a:ext cx="1371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a entrega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sem ninguém redigitar nada.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EscaSeven · operação automatizada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698480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384280" y="502920"/>
            <a:ext cx="365760" cy="365760"/>
          </a:xfrm>
          <a:prstGeom prst="rect">
            <a:avLst/>
          </a:prstGeom>
          <a:solidFill>
            <a:srgbClr val="FF6A2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Já está funcionando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promessa — é o que já roda hoje.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058400" y="566928"/>
            <a:ext cx="164592" cy="16459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0" y="457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Cotação automática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834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frete da Rodonaves é calculado sozinho a cada venda.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real: SP → Guarujá, 18,7 kg = R$ 217,84.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Planilha viva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2834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venda vira uma linha organizada, com painel de totais e status colorido (cotado · agendada · falha).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Tudo num lugar só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3920" y="2834640"/>
            <a:ext cx="2834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endereço, NF e protocolo unificados — sem planilha solta e sem copiar e colar.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EscaSeven · operação automatizada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98480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384280" y="502920"/>
            <a:ext cx="365760" cy="365760"/>
          </a:xfrm>
          <a:prstGeom prst="rect">
            <a:avLst/>
          </a:prstGeom>
          <a:solidFill>
            <a:srgbClr val="FF6A2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vem agora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Construído e em fase de teste.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Coleta em 1 toque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834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recebe o resumo da venda no WhatsApp e agenda a coleta com um clique.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Rastreio pro cliente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834640"/>
            <a:ext cx="2834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compra no Mercado Livre passa a acompanhar a entrega automaticamente.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383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Alertas no WhatsApp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2834640"/>
            <a:ext cx="2834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te avisa sozinha: cotou, agendou, entregou — ou deu problema.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EscaSeven · operação automatizada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98480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384280" y="502920"/>
            <a:ext cx="365760" cy="365760"/>
          </a:xfrm>
          <a:prstGeom prst="rect">
            <a:avLst/>
          </a:prstGeom>
          <a:solidFill>
            <a:srgbClr val="FF6A2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muda pro Betão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trabalho braçal, mais controle.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redigitação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0574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chegam prontos.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37560" y="21031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Minutos viram segundos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11880" y="2926080"/>
            <a:ext cx="20574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Cotar e agendar num toque.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Menos erro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926080"/>
            <a:ext cx="20574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Endereço, NF e protocolo certos.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15400" y="21031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B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2423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 avisado sozinho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89720" y="2926080"/>
            <a:ext cx="20574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“cadê meu pedido?”.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EscaSeven · operação automatizada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98480" y="6419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384280" y="502920"/>
            <a:ext cx="365760" cy="365760"/>
          </a:xfrm>
          <a:prstGeom prst="rect">
            <a:avLst/>
          </a:prstGeom>
          <a:solidFill>
            <a:srgbClr val="FF6A2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A2C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decisões com você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783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“1 toque” tá de boa?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286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recebe o resumo no WhatsApp e confirma a coleta. Muda teu dia a dia?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3246120"/>
            <a:ext cx="548640" cy="54864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32004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número recebe os alertas?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3703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WhatsApp que vai receber as vendas e o “1 toque”.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663440"/>
            <a:ext cx="548640" cy="54864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4617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cobre as exceções?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51206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transportadora falha, quem agenda no manual?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6126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 rodar isso?  — Caio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EscaSeven no automatico</dc:title>
  <dc:subject>PptxGenJS Presentation</dc:subject>
  <dc:creator>Caio</dc:creator>
  <cp:lastModifiedBy>Caio</cp:lastModifiedBy>
  <cp:revision>1</cp:revision>
  <dcterms:created xsi:type="dcterms:W3CDTF">2026-06-25T02:42:44Z</dcterms:created>
  <dcterms:modified xsi:type="dcterms:W3CDTF">2026-06-25T02:42:44Z</dcterms:modified>
</cp:coreProperties>
</file>